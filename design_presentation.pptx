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2" r:id="rId6"/>
    <p:sldId id="264" r:id="rId7"/>
    <p:sldId id="265" r:id="rId8"/>
    <p:sldId id="260" r:id="rId9"/>
    <p:sldId id="266" r:id="rId10"/>
    <p:sldId id="263" r:id="rId11"/>
  </p:sldIdLst>
  <p:sldSz cx="12192000" cy="6858000"/>
  <p:notesSz cx="6858000" cy="9144000"/>
  <p:defaultTextStyle>
    <a:defPPr>
      <a:defRPr lang="en-001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F559F5-2DAC-4629-9D6E-D700034D2FAB}" type="datetimeFigureOut">
              <a:rPr lang="en-001" smtClean="0"/>
              <a:t>03/02/2026</a:t>
            </a:fld>
            <a:endParaRPr lang="en-001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001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35E14C-0906-485E-9492-8D1923B67659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4225093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 my name is Hayden Dennis</a:t>
            </a:r>
          </a:p>
          <a:p>
            <a:r>
              <a:rPr lang="en-US" dirty="0"/>
              <a:t>Presenting project plan</a:t>
            </a:r>
          </a:p>
          <a:p>
            <a:r>
              <a:rPr lang="en-US" dirty="0"/>
              <a:t>game</a:t>
            </a:r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35E14C-0906-485E-9492-8D1923B67659}" type="slidenum">
              <a:rPr lang="en-001" smtClean="0"/>
              <a:t>1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6503354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Started late so I am the sole contributor </a:t>
            </a:r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35E14C-0906-485E-9492-8D1923B67659}" type="slidenum">
              <a:rPr lang="en-001" smtClean="0"/>
              <a:t>2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993231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Similarities with fall guys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Brainrot</a:t>
            </a:r>
            <a:r>
              <a:rPr lang="en-US" dirty="0"/>
              <a:t> games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Paid features</a:t>
            </a:r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35E14C-0906-485E-9492-8D1923B67659}" type="slidenum">
              <a:rPr lang="en-001" smtClean="0"/>
              <a:t>3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054204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Hardbox</a:t>
            </a:r>
            <a:r>
              <a:rPr lang="en-US" dirty="0"/>
              <a:t> is the user and soft boxes are actions. This shows the perspective of just the teacher.</a:t>
            </a:r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35E14C-0906-485E-9492-8D1923B67659}" type="slidenum">
              <a:rPr lang="en-001" smtClean="0"/>
              <a:t>5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9346382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Circles are clients, squares are services, soft rectangles are actions </a:t>
            </a:r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35E14C-0906-485E-9492-8D1923B67659}" type="slidenum">
              <a:rPr lang="en-001" smtClean="0"/>
              <a:t>6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7809767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Rectangles are machines</a:t>
            </a:r>
          </a:p>
          <a:p>
            <a:r>
              <a:rPr lang="en-US" dirty="0"/>
              <a:t>Circles are different application layer </a:t>
            </a:r>
            <a:r>
              <a:rPr lang="en-US" dirty="0" err="1"/>
              <a:t>commincation</a:t>
            </a:r>
            <a:r>
              <a:rPr lang="en-US" dirty="0"/>
              <a:t> protocols that are used for a live game</a:t>
            </a:r>
          </a:p>
          <a:p>
            <a:r>
              <a:rPr lang="en-US" dirty="0"/>
              <a:t>Arrows are labelled indicating the actions being taken.</a:t>
            </a:r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35E14C-0906-485E-9492-8D1923B67659}" type="slidenum">
              <a:rPr lang="en-001" smtClean="0"/>
              <a:t>7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172408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35E14C-0906-485E-9492-8D1923B67659}" type="slidenum">
              <a:rPr lang="en-001" smtClean="0"/>
              <a:t>8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175107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2A2C4-84D2-CF58-19FB-5E0D98262A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8156F7-FCA7-9C68-B706-C851713702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150A6-9547-C3FA-F04D-6763DD970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5BF56-8465-4FFB-B48D-453AF47B0D77}" type="datetimeFigureOut">
              <a:rPr lang="en-001" smtClean="0"/>
              <a:t>03/02/2026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3954E-7944-3ADF-3D56-9BF5E51DD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402D2-60FF-526F-AABD-5B9384FF0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AD67B-8B8F-468A-B115-E19C7E689AEB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88459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AD619-ADDA-EEF0-4371-E33BDEC05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5B354-48F9-B49C-E376-3F0AC9A40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6130F-F857-61DD-F3E8-8521083D7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5BF56-8465-4FFB-B48D-453AF47B0D77}" type="datetimeFigureOut">
              <a:rPr lang="en-001" smtClean="0"/>
              <a:t>03/02/2026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40045-31F1-A29F-CE74-6D48FBC9E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203D1-EEC6-0B46-5123-D69AF7A44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AD67B-8B8F-468A-B115-E19C7E689AEB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479619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3481E-9B89-FC17-FEB2-A4412B941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DFD27-AB9C-6265-8722-E7670471F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5C339-19F4-5BD9-92C9-656AC7C6D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5BF56-8465-4FFB-B48D-453AF47B0D77}" type="datetimeFigureOut">
              <a:rPr lang="en-001" smtClean="0"/>
              <a:t>03/02/2026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56A58-4C00-C217-F742-41CE50DC2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E7B34-FE9E-E1CB-6A39-5AEB5BBD8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AD67B-8B8F-468A-B115-E19C7E689AEB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4169263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274A6-03E9-A20E-00AD-AEEE86056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6E827-23A6-4750-BE21-1CF5D73BFC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2A7FC1-A78A-55C9-CFAD-2B629A9A56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96DF3-57F6-2C20-6E74-48B44B36C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5BF56-8465-4FFB-B48D-453AF47B0D77}" type="datetimeFigureOut">
              <a:rPr lang="en-001" smtClean="0"/>
              <a:t>03/02/2026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38380D-E408-0712-1052-DE744C768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0430BA-D190-141B-7037-66D8DCB72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AD67B-8B8F-468A-B115-E19C7E689AEB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300691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45829-FECD-38CF-BCD0-D0B2F8325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962B58-E106-5ABE-93C6-4BEAC653F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BD427C-81F4-B343-08B0-F2722C7EF6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D97E74-9A1E-42C2-B668-F92B3CD095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F0B11F-308A-EA96-ED26-326F5C4278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904007-9EC7-62B2-7247-699A0C164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5BF56-8465-4FFB-B48D-453AF47B0D77}" type="datetimeFigureOut">
              <a:rPr lang="en-001" smtClean="0"/>
              <a:t>03/02/2026</a:t>
            </a:fld>
            <a:endParaRPr lang="en-001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151919-45B1-7AD7-1CB1-1D9C59F41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957C64-A13A-4083-B19F-524388DD0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AD67B-8B8F-468A-B115-E19C7E689AEB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565136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6EE65-F785-99D2-4FE8-A0E8E218B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FD73EA-449E-5272-1D96-0E8B15D9D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5BF56-8465-4FFB-B48D-453AF47B0D77}" type="datetimeFigureOut">
              <a:rPr lang="en-001" smtClean="0"/>
              <a:t>03/02/2026</a:t>
            </a:fld>
            <a:endParaRPr lang="en-001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DF59CA-2BC0-F9EA-5324-C23E0820D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BD5CCF-5D1A-4B81-6789-FA0CF64D0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AD67B-8B8F-468A-B115-E19C7E689AEB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588681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E032BE-9C43-1DE2-DCD4-D727FCABE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5BF56-8465-4FFB-B48D-453AF47B0D77}" type="datetimeFigureOut">
              <a:rPr lang="en-001" smtClean="0"/>
              <a:t>03/02/2026</a:t>
            </a:fld>
            <a:endParaRPr lang="en-00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B6A14D-8E45-F0F6-6F64-0E10CBFD9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6E231-37AA-371A-852C-690FA490A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AD67B-8B8F-468A-B115-E19C7E689AEB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4042092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5F868-4916-5478-95E7-4B09E5076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9A7A9-C15E-613F-854F-35DA94BA5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743C5E-89B4-00AF-0892-5F2F152E0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A26D8-FC28-31BE-74A6-642265475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5BF56-8465-4FFB-B48D-453AF47B0D77}" type="datetimeFigureOut">
              <a:rPr lang="en-001" smtClean="0"/>
              <a:t>03/02/2026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31130B-653D-D963-5A79-380372DF2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5F6E02-2C14-5EBA-9F54-2DCC9E7EF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AD67B-8B8F-468A-B115-E19C7E689AEB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740488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AC59B-692F-29AC-B1BC-2FDCFD1C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AFEB6E-5055-880C-027E-6B163DF025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0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DE0337-3111-A9F6-86A3-D39DADAE42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0DB27C-90FC-910E-1879-9B8AEA1F7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5BF56-8465-4FFB-B48D-453AF47B0D77}" type="datetimeFigureOut">
              <a:rPr lang="en-001" smtClean="0"/>
              <a:t>03/02/2026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1AD86C-705B-BF54-CEC5-AB42CC283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A705F-3309-8F08-3CD5-301104FFE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AD67B-8B8F-468A-B115-E19C7E689AEB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130219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0561A-426F-C4EC-A0E2-1889F4FE7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B138C3-EA7B-E30F-9818-076050761F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C8658-6BED-324F-71DD-29E523DDE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5BF56-8465-4FFB-B48D-453AF47B0D77}" type="datetimeFigureOut">
              <a:rPr lang="en-001" smtClean="0"/>
              <a:t>03/02/2026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79943-B237-D831-107A-8D4966A06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E32FD-A0C5-46AC-A31C-337EBDA74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AD67B-8B8F-468A-B115-E19C7E689AEB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423140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0D5790-18E5-E444-2145-DE26CC87A8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B2E09C-048C-59BA-A02A-735020748C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B86B3-2B9A-4BB6-72E8-9A236A497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5BF56-8465-4FFB-B48D-453AF47B0D77}" type="datetimeFigureOut">
              <a:rPr lang="en-001" smtClean="0"/>
              <a:t>03/02/2026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1C5A1-F1AE-43B7-F067-57755894D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57B74-2F32-EAC8-E4BC-4A19B27E4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AD67B-8B8F-468A-B115-E19C7E689AEB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920500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41D435-B9DC-7FAB-78A5-8823EE761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47B152-88A7-6476-6BE4-1D2B3E5D3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E2A53-D9CB-1248-C714-CFCB3BB1F8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45BF56-8465-4FFB-B48D-453AF47B0D77}" type="datetimeFigureOut">
              <a:rPr lang="en-001" smtClean="0"/>
              <a:t>03/02/2026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3791B-4DAC-0CBB-AE03-0832A8FECD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2DB68-8F91-3FC8-F9F8-0E4A583D2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9AD67B-8B8F-468A-B115-E19C7E689AEB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219624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001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A010E-09F0-A623-470A-7026E7D92A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Bearcat Game</a:t>
            </a:r>
            <a:endParaRPr lang="en-00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3F13ED-2886-6195-B85E-445401425B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Hayden Dennis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470525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5731D-EA94-2982-0D27-0BA21373A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Name: 10x </a:t>
            </a:r>
            <a:r>
              <a:rPr lang="en-US" dirty="0" err="1"/>
              <a:t>devs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32ACC-8E1F-F366-3ECE-50B69CB57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Member(s):</a:t>
            </a:r>
          </a:p>
          <a:p>
            <a:r>
              <a:rPr lang="en-US" dirty="0"/>
              <a:t>Hayden Dennis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Industry Advisor: Austin Coontz</a:t>
            </a:r>
          </a:p>
          <a:p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1246605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BB137-5EE5-7637-D76B-7EBEE8751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6D2D6-3799-5B35-E433-66B4440AF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Bintrong</a:t>
            </a:r>
            <a:r>
              <a:rPr lang="en-US" dirty="0"/>
              <a:t> game is a designed to be a free accessible game for students to study questions using competition. A key goal is make the solution freeware so anyone can host it for free. The plan is for the game application to provide options for generating card packs via LLM.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2611840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16170-A5FE-9BF9-18AD-3EE32847C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stories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1E7A9-5064-3F34-6566-E060FDFBC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As a student, I want to be able to review and study in the form of a game to effectively cover materials in a small group.</a:t>
            </a:r>
          </a:p>
          <a:p>
            <a:pPr marL="514350" indent="-514350">
              <a:buAutoNum type="arabicPeriod"/>
            </a:pPr>
            <a:r>
              <a:rPr lang="en-US" dirty="0"/>
              <a:t> As a student, I want to be able to automatically generate flashcards via LLM in order to rapidly review material.</a:t>
            </a:r>
          </a:p>
          <a:p>
            <a:pPr marL="514350" indent="-514350">
              <a:buAutoNum type="arabicPeriod"/>
            </a:pPr>
            <a:r>
              <a:rPr lang="en-US" dirty="0"/>
              <a:t>As a teacher, I want a game to review materials to engage with students during classroom review sessions.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2135860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8142D-01DE-C2B3-160F-7055F941D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D0</a:t>
            </a:r>
            <a:endParaRPr lang="en-001" dirty="0"/>
          </a:p>
        </p:txBody>
      </p:sp>
      <p:pic>
        <p:nvPicPr>
          <p:cNvPr id="5" name="Content Placeholder 4" descr="A screenshot of a computer flowchart&#10;&#10;AI-generated content may be incorrect.">
            <a:extLst>
              <a:ext uri="{FF2B5EF4-FFF2-40B4-BE49-F238E27FC236}">
                <a16:creationId xmlns:a16="http://schemas.microsoft.com/office/drawing/2014/main" id="{B30AC538-9D45-D00D-9692-80A8B5D7FE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029" y="0"/>
            <a:ext cx="11559941" cy="6859550"/>
          </a:xfrm>
        </p:spPr>
      </p:pic>
    </p:spTree>
    <p:extLst>
      <p:ext uri="{BB962C8B-B14F-4D97-AF65-F5344CB8AC3E}">
        <p14:creationId xmlns:p14="http://schemas.microsoft.com/office/powerpoint/2010/main" val="1975589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C4134-BE54-C924-3239-D59BAA9E1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D1</a:t>
            </a:r>
            <a:endParaRPr lang="en-001" dirty="0"/>
          </a:p>
        </p:txBody>
      </p:sp>
      <p:pic>
        <p:nvPicPr>
          <p:cNvPr id="5" name="Content Placeholder 4" descr="A diagram of a computer&#10;&#10;AI-generated content may be incorrect.">
            <a:extLst>
              <a:ext uri="{FF2B5EF4-FFF2-40B4-BE49-F238E27FC236}">
                <a16:creationId xmlns:a16="http://schemas.microsoft.com/office/drawing/2014/main" id="{818013A6-84D1-0530-F564-9B697D4DBA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334" y="0"/>
            <a:ext cx="11557330" cy="6858000"/>
          </a:xfrm>
        </p:spPr>
      </p:pic>
    </p:spTree>
    <p:extLst>
      <p:ext uri="{BB962C8B-B14F-4D97-AF65-F5344CB8AC3E}">
        <p14:creationId xmlns:p14="http://schemas.microsoft.com/office/powerpoint/2010/main" val="874549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5BDEC-8DF5-A20F-F6C0-2B4D3BB35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D3</a:t>
            </a:r>
            <a:endParaRPr lang="en-001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FE3DA2-DEBF-214D-9CA2-B350A01F44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336" y="0"/>
            <a:ext cx="11557328" cy="6858000"/>
          </a:xfrm>
        </p:spPr>
      </p:pic>
    </p:spTree>
    <p:extLst>
      <p:ext uri="{BB962C8B-B14F-4D97-AF65-F5344CB8AC3E}">
        <p14:creationId xmlns:p14="http://schemas.microsoft.com/office/powerpoint/2010/main" val="3254731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FE11C-3A25-439A-1772-A11C65B5C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constraints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52CA9-4321-7B19-BDEF-711CB1E9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Economic:</a:t>
            </a:r>
          </a:p>
          <a:p>
            <a:pPr lvl="1"/>
            <a:r>
              <a:rPr lang="en-US" dirty="0"/>
              <a:t>Hosting costs</a:t>
            </a:r>
          </a:p>
          <a:p>
            <a:pPr lvl="1"/>
            <a:r>
              <a:rPr lang="en-US" dirty="0"/>
              <a:t>Anything spent on assets</a:t>
            </a:r>
          </a:p>
          <a:p>
            <a:r>
              <a:rPr lang="en-US" dirty="0"/>
              <a:t>Security</a:t>
            </a:r>
          </a:p>
          <a:p>
            <a:pPr lvl="1"/>
            <a:r>
              <a:rPr lang="en-US" dirty="0"/>
              <a:t>Account file uploads</a:t>
            </a:r>
          </a:p>
          <a:p>
            <a:r>
              <a:rPr lang="en-US" dirty="0"/>
              <a:t>Legal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199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FEAE8-BFA9-6D42-BB68-732E55F3F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State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EC5BC-CBA1-2414-3722-71631F0FA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Implemented database tables for users</a:t>
            </a:r>
          </a:p>
          <a:p>
            <a:r>
              <a:rPr lang="en-US" dirty="0"/>
              <a:t>Midway through implemented file storage</a:t>
            </a:r>
          </a:p>
          <a:p>
            <a:r>
              <a:rPr lang="en-US" dirty="0"/>
              <a:t>Most infrastructure is setup for local:</a:t>
            </a:r>
          </a:p>
          <a:p>
            <a:pPr lvl="1"/>
            <a:r>
              <a:rPr lang="en-US" dirty="0"/>
              <a:t>DB</a:t>
            </a:r>
          </a:p>
          <a:p>
            <a:pPr lvl="1"/>
            <a:r>
              <a:rPr lang="en-US" dirty="0"/>
              <a:t>S3</a:t>
            </a:r>
          </a:p>
          <a:p>
            <a:pPr lvl="1"/>
            <a:r>
              <a:rPr lang="en-US" dirty="0"/>
              <a:t>LLM – </a:t>
            </a:r>
            <a:r>
              <a:rPr lang="en-US" dirty="0" err="1"/>
              <a:t>sglang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158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54137-EF46-9031-5EF7-5D0D666D3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of term expectations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6507F-0321-086E-1EA5-12DA9CDCD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Have all file-based uploads completed</a:t>
            </a:r>
          </a:p>
          <a:p>
            <a:r>
              <a:rPr lang="en-US" dirty="0"/>
              <a:t>Full complete guest and user session relation for users joining through a game code.</a:t>
            </a:r>
          </a:p>
          <a:p>
            <a:r>
              <a:rPr lang="en-US" dirty="0"/>
              <a:t>Have all LLM-powered backend features fill implemented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847143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310</Words>
  <Application>Microsoft Office PowerPoint</Application>
  <PresentationFormat>Widescreen</PresentationFormat>
  <Paragraphs>55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Bearcat Game</vt:lpstr>
      <vt:lpstr>Team Name: 10x devs</vt:lpstr>
      <vt:lpstr>Abstract</vt:lpstr>
      <vt:lpstr>User stories</vt:lpstr>
      <vt:lpstr>D0</vt:lpstr>
      <vt:lpstr>D1</vt:lpstr>
      <vt:lpstr>D3</vt:lpstr>
      <vt:lpstr>Project constraints</vt:lpstr>
      <vt:lpstr>Current State</vt:lpstr>
      <vt:lpstr>End of term expectations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Hayden Dennis</dc:creator>
  <cp:lastModifiedBy>Hayden Dennis</cp:lastModifiedBy>
  <cp:revision>8</cp:revision>
  <dcterms:created xsi:type="dcterms:W3CDTF">2025-11-20T01:14:15Z</dcterms:created>
  <dcterms:modified xsi:type="dcterms:W3CDTF">2026-02-04T04:19:34Z</dcterms:modified>
</cp:coreProperties>
</file>