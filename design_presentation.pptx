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</p:sldIdLst>
  <p:sldSz cx="12192000" cy="6858000"/>
  <p:notesSz cx="6858000" cy="9144000"/>
  <p:defaultTextStyle>
    <a:defPPr>
      <a:defRPr lang="en-001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5" d="100"/>
          <a:sy n="105" d="100"/>
        </p:scale>
        <p:origin x="798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slide" Target="slides/slide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32A2C4-84D2-CF58-19FB-5E0D98262AA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001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E8156F7-FCA7-9C68-B706-C8517137027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001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6B150A6-9547-C3FA-F04D-6763DD9703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45BF56-8465-4FFB-B48D-453AF47B0D77}" type="datetimeFigureOut">
              <a:rPr lang="en-001" smtClean="0"/>
              <a:t>19/11/2025</a:t>
            </a:fld>
            <a:endParaRPr lang="en-001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C33954E-7944-3ADF-3D56-9BF5E51DD4E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001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E8402D2-60FF-526F-AABD-5B9384FF04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9AD67B-8B8F-468A-B115-E19C7E689AEB}" type="slidenum">
              <a:rPr lang="en-001" smtClean="0"/>
              <a:t>‹#›</a:t>
            </a:fld>
            <a:endParaRPr lang="en-001"/>
          </a:p>
        </p:txBody>
      </p:sp>
    </p:spTree>
    <p:extLst>
      <p:ext uri="{BB962C8B-B14F-4D97-AF65-F5344CB8AC3E}">
        <p14:creationId xmlns:p14="http://schemas.microsoft.com/office/powerpoint/2010/main" val="28845960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AAD619-ADDA-EEF0-4371-E33BDEC05C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001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755B354-48F9-B49C-E376-3F0AC9A40CB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001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746130F-F857-61DD-F3E8-8521083D7B1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45BF56-8465-4FFB-B48D-453AF47B0D77}" type="datetimeFigureOut">
              <a:rPr lang="en-001" smtClean="0"/>
              <a:t>19/11/2025</a:t>
            </a:fld>
            <a:endParaRPr lang="en-001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3940045-31F1-A29F-CE74-6D48FBC9E0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001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71203D1-EEC6-0B46-5123-D69AF7A448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9AD67B-8B8F-468A-B115-E19C7E689AEB}" type="slidenum">
              <a:rPr lang="en-001" smtClean="0"/>
              <a:t>‹#›</a:t>
            </a:fld>
            <a:endParaRPr lang="en-001"/>
          </a:p>
        </p:txBody>
      </p:sp>
    </p:spTree>
    <p:extLst>
      <p:ext uri="{BB962C8B-B14F-4D97-AF65-F5344CB8AC3E}">
        <p14:creationId xmlns:p14="http://schemas.microsoft.com/office/powerpoint/2010/main" val="347961967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C3481E-9B89-FC17-FEB2-A4412B941AE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001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EADFD27-AB9C-6265-8722-E7670471F1D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2B5C339-19F4-5BD9-92C9-656AC7C6D3C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45BF56-8465-4FFB-B48D-453AF47B0D77}" type="datetimeFigureOut">
              <a:rPr lang="en-001" smtClean="0"/>
              <a:t>19/11/2025</a:t>
            </a:fld>
            <a:endParaRPr lang="en-001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0156A58-4C00-C217-F742-41CE50DC2C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001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92E7B34-FE9E-E1CB-6A39-5AEB5BBD86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9AD67B-8B8F-468A-B115-E19C7E689AEB}" type="slidenum">
              <a:rPr lang="en-001" smtClean="0"/>
              <a:t>‹#›</a:t>
            </a:fld>
            <a:endParaRPr lang="en-001"/>
          </a:p>
        </p:txBody>
      </p:sp>
    </p:spTree>
    <p:extLst>
      <p:ext uri="{BB962C8B-B14F-4D97-AF65-F5344CB8AC3E}">
        <p14:creationId xmlns:p14="http://schemas.microsoft.com/office/powerpoint/2010/main" val="416926372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F274A6-03E9-A20E-00AD-AEEE860565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001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596E827-23A6-4750-BE21-1CF5D73BFC7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001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E2A7FC1-A78A-55C9-CFAD-2B629A9A56A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001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1C96DF3-57F6-2C20-6E74-48B44B36C5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45BF56-8465-4FFB-B48D-453AF47B0D77}" type="datetimeFigureOut">
              <a:rPr lang="en-001" smtClean="0"/>
              <a:t>19/11/2025</a:t>
            </a:fld>
            <a:endParaRPr lang="en-001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638380D-E408-0712-1052-DE744C768E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001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C0430BA-D190-141B-7037-66D8DCB72F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9AD67B-8B8F-468A-B115-E19C7E689AEB}" type="slidenum">
              <a:rPr lang="en-001" smtClean="0"/>
              <a:t>‹#›</a:t>
            </a:fld>
            <a:endParaRPr lang="en-001"/>
          </a:p>
        </p:txBody>
      </p:sp>
    </p:spTree>
    <p:extLst>
      <p:ext uri="{BB962C8B-B14F-4D97-AF65-F5344CB8AC3E}">
        <p14:creationId xmlns:p14="http://schemas.microsoft.com/office/powerpoint/2010/main" val="33006915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745829-FECD-38CF-BCD0-D0B2F832590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001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D962B58-E106-5ABE-93C6-4BEAC653F06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7BD427C-81F4-B343-08B0-F2722C7EF6C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001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2D97E74-9A1E-42C2-B668-F92B3CD095D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66F0B11F-308A-EA96-ED26-326F5C42787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001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5904007-9EC7-62B2-7247-699A0C1644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45BF56-8465-4FFB-B48D-453AF47B0D77}" type="datetimeFigureOut">
              <a:rPr lang="en-001" smtClean="0"/>
              <a:t>19/11/2025</a:t>
            </a:fld>
            <a:endParaRPr lang="en-001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68151919-45B1-7AD7-1CB1-1D9C59F41E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001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A3957C64-A13A-4083-B19F-524388DD05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9AD67B-8B8F-468A-B115-E19C7E689AEB}" type="slidenum">
              <a:rPr lang="en-001" smtClean="0"/>
              <a:t>‹#›</a:t>
            </a:fld>
            <a:endParaRPr lang="en-001"/>
          </a:p>
        </p:txBody>
      </p:sp>
    </p:spTree>
    <p:extLst>
      <p:ext uri="{BB962C8B-B14F-4D97-AF65-F5344CB8AC3E}">
        <p14:creationId xmlns:p14="http://schemas.microsoft.com/office/powerpoint/2010/main" val="56513699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E6EE65-F785-99D2-4FE8-A0E8E218B7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001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AAFD73EA-449E-5272-1D96-0E8B15D9DF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45BF56-8465-4FFB-B48D-453AF47B0D77}" type="datetimeFigureOut">
              <a:rPr lang="en-001" smtClean="0"/>
              <a:t>19/11/2025</a:t>
            </a:fld>
            <a:endParaRPr lang="en-001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5DF59CA-2BC0-F9EA-5324-C23E0820D6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001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0BD5CCF-5D1A-4B81-6789-FA0CF64D0B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9AD67B-8B8F-468A-B115-E19C7E689AEB}" type="slidenum">
              <a:rPr lang="en-001" smtClean="0"/>
              <a:t>‹#›</a:t>
            </a:fld>
            <a:endParaRPr lang="en-001"/>
          </a:p>
        </p:txBody>
      </p:sp>
    </p:spTree>
    <p:extLst>
      <p:ext uri="{BB962C8B-B14F-4D97-AF65-F5344CB8AC3E}">
        <p14:creationId xmlns:p14="http://schemas.microsoft.com/office/powerpoint/2010/main" val="158868155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5DE032BE-9C43-1DE2-DCD4-D727FCABE4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45BF56-8465-4FFB-B48D-453AF47B0D77}" type="datetimeFigureOut">
              <a:rPr lang="en-001" smtClean="0"/>
              <a:t>19/11/2025</a:t>
            </a:fld>
            <a:endParaRPr lang="en-001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55B6A14D-8E45-F0F6-6F64-0E10CBFD99A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001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256E231-37AA-371A-852C-690FA490AC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9AD67B-8B8F-468A-B115-E19C7E689AEB}" type="slidenum">
              <a:rPr lang="en-001" smtClean="0"/>
              <a:t>‹#›</a:t>
            </a:fld>
            <a:endParaRPr lang="en-001"/>
          </a:p>
        </p:txBody>
      </p:sp>
    </p:spTree>
    <p:extLst>
      <p:ext uri="{BB962C8B-B14F-4D97-AF65-F5344CB8AC3E}">
        <p14:creationId xmlns:p14="http://schemas.microsoft.com/office/powerpoint/2010/main" val="404209271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55F868-4916-5478-95E7-4B09E507640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001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3C9A7A9-C15E-613F-854F-35DA94BA5DC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001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C743C5E-89B4-00AF-0892-5F2F152E0F1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DBA26D8-FC28-31BE-74A6-64226547540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45BF56-8465-4FFB-B48D-453AF47B0D77}" type="datetimeFigureOut">
              <a:rPr lang="en-001" smtClean="0"/>
              <a:t>19/11/2025</a:t>
            </a:fld>
            <a:endParaRPr lang="en-001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231130B-653D-D963-5A79-380372DF268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001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65F6E02-2C14-5EBA-9F54-2DCC9E7EF2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9AD67B-8B8F-468A-B115-E19C7E689AEB}" type="slidenum">
              <a:rPr lang="en-001" smtClean="0"/>
              <a:t>‹#›</a:t>
            </a:fld>
            <a:endParaRPr lang="en-001"/>
          </a:p>
        </p:txBody>
      </p:sp>
    </p:spTree>
    <p:extLst>
      <p:ext uri="{BB962C8B-B14F-4D97-AF65-F5344CB8AC3E}">
        <p14:creationId xmlns:p14="http://schemas.microsoft.com/office/powerpoint/2010/main" val="374048895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BAC59B-692F-29AC-B1BC-2FDCFD1C8C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001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F2AFEB6E-5055-880C-027E-6B163DF0253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001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4DE0337-3111-A9F6-86A3-D39DADAE42E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A0DB27C-90FC-910E-1879-9B8AEA1F7DF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45BF56-8465-4FFB-B48D-453AF47B0D77}" type="datetimeFigureOut">
              <a:rPr lang="en-001" smtClean="0"/>
              <a:t>19/11/2025</a:t>
            </a:fld>
            <a:endParaRPr lang="en-001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B1AD86C-705B-BF54-CEC5-AB42CC2836A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001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F5A705F-3309-8F08-3CD5-301104FFE7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9AD67B-8B8F-468A-B115-E19C7E689AEB}" type="slidenum">
              <a:rPr lang="en-001" smtClean="0"/>
              <a:t>‹#›</a:t>
            </a:fld>
            <a:endParaRPr lang="en-001"/>
          </a:p>
        </p:txBody>
      </p:sp>
    </p:spTree>
    <p:extLst>
      <p:ext uri="{BB962C8B-B14F-4D97-AF65-F5344CB8AC3E}">
        <p14:creationId xmlns:p14="http://schemas.microsoft.com/office/powerpoint/2010/main" val="213021990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50561A-426F-C4EC-A0E2-1889F4FE77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001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2B138C3-EA7B-E30F-9818-076050761F6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001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18C8658-6BED-324F-71DD-29E523DDEDA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45BF56-8465-4FFB-B48D-453AF47B0D77}" type="datetimeFigureOut">
              <a:rPr lang="en-001" smtClean="0"/>
              <a:t>19/11/2025</a:t>
            </a:fld>
            <a:endParaRPr lang="en-001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4479943-B237-D831-107A-8D4966A0618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001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B8E32FD-A0C5-46AC-A31C-337EBDA749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9AD67B-8B8F-468A-B115-E19C7E689AEB}" type="slidenum">
              <a:rPr lang="en-001" smtClean="0"/>
              <a:t>‹#›</a:t>
            </a:fld>
            <a:endParaRPr lang="en-001"/>
          </a:p>
        </p:txBody>
      </p:sp>
    </p:spTree>
    <p:extLst>
      <p:ext uri="{BB962C8B-B14F-4D97-AF65-F5344CB8AC3E}">
        <p14:creationId xmlns:p14="http://schemas.microsoft.com/office/powerpoint/2010/main" val="242314081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400D5790-18E5-E444-2145-DE26CC87A84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001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3B2E09C-048C-59BA-A02A-735020748CB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001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C1B86B3-2B9A-4BB6-72E8-9A236A49766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45BF56-8465-4FFB-B48D-453AF47B0D77}" type="datetimeFigureOut">
              <a:rPr lang="en-001" smtClean="0"/>
              <a:t>19/11/2025</a:t>
            </a:fld>
            <a:endParaRPr lang="en-001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691C5A1-F1AE-43B7-F067-57755894DF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001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8057B74-2F32-EAC8-E4BC-4A19B27E41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9AD67B-8B8F-468A-B115-E19C7E689AEB}" type="slidenum">
              <a:rPr lang="en-001" smtClean="0"/>
              <a:t>‹#›</a:t>
            </a:fld>
            <a:endParaRPr lang="en-001"/>
          </a:p>
        </p:txBody>
      </p:sp>
    </p:spTree>
    <p:extLst>
      <p:ext uri="{BB962C8B-B14F-4D97-AF65-F5344CB8AC3E}">
        <p14:creationId xmlns:p14="http://schemas.microsoft.com/office/powerpoint/2010/main" val="292050050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5641D435-B9DC-7FAB-78A5-8823EE76100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001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947B152-88A7-6476-6BE4-1D2B3E5D3D7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001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1AE2A53-D9CB-1248-C714-CFCB3BB1F8F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245BF56-8465-4FFB-B48D-453AF47B0D77}" type="datetimeFigureOut">
              <a:rPr lang="en-001" smtClean="0"/>
              <a:t>19/11/2025</a:t>
            </a:fld>
            <a:endParaRPr lang="en-001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E43791B-4DAC-0CBB-AE03-0832A8FECD0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001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7E2DB68-8F91-3FC8-F9F8-0E4A583D21B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79AD67B-8B8F-468A-B115-E19C7E689AEB}" type="slidenum">
              <a:rPr lang="en-001" smtClean="0"/>
              <a:t>‹#›</a:t>
            </a:fld>
            <a:endParaRPr lang="en-001"/>
          </a:p>
        </p:txBody>
      </p:sp>
    </p:spTree>
    <p:extLst>
      <p:ext uri="{BB962C8B-B14F-4D97-AF65-F5344CB8AC3E}">
        <p14:creationId xmlns:p14="http://schemas.microsoft.com/office/powerpoint/2010/main" val="221962484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001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DA010E-09F0-A623-470A-7026E7D92A6C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Bearcat Game</a:t>
            </a:r>
            <a:endParaRPr lang="en-001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53F13ED-2886-6195-B85E-445401425BBC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Hayden Dennis</a:t>
            </a:r>
            <a:endParaRPr lang="en-001" dirty="0"/>
          </a:p>
        </p:txBody>
      </p:sp>
    </p:spTree>
    <p:extLst>
      <p:ext uri="{BB962C8B-B14F-4D97-AF65-F5344CB8AC3E}">
        <p14:creationId xmlns:p14="http://schemas.microsoft.com/office/powerpoint/2010/main" val="47052593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75731D-EA94-2982-0D27-0BA21373A3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Team Name: 10x </a:t>
            </a:r>
            <a:r>
              <a:rPr lang="en-US" dirty="0" err="1"/>
              <a:t>devs</a:t>
            </a:r>
            <a:endParaRPr lang="en-00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6D32ACC-8E1F-F366-3ECE-50B69CB57CB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Hayden Dennis</a:t>
            </a:r>
          </a:p>
          <a:p>
            <a:endParaRPr lang="en-US" dirty="0"/>
          </a:p>
          <a:p>
            <a:endParaRPr lang="en-001" dirty="0"/>
          </a:p>
        </p:txBody>
      </p:sp>
    </p:spTree>
    <p:extLst>
      <p:ext uri="{BB962C8B-B14F-4D97-AF65-F5344CB8AC3E}">
        <p14:creationId xmlns:p14="http://schemas.microsoft.com/office/powerpoint/2010/main" val="124660570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8BB137-5EE5-7637-D76B-7EBEE87514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00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076D2D6-3799-5B35-E433-66B4440AFEE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001"/>
          </a:p>
        </p:txBody>
      </p:sp>
    </p:spTree>
    <p:extLst>
      <p:ext uri="{BB962C8B-B14F-4D97-AF65-F5344CB8AC3E}">
        <p14:creationId xmlns:p14="http://schemas.microsoft.com/office/powerpoint/2010/main" val="261184024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</TotalTime>
  <Words>11</Words>
  <Application>Microsoft Office PowerPoint</Application>
  <PresentationFormat>Widescreen</PresentationFormat>
  <Paragraphs>4</Paragraphs>
  <Slides>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7" baseType="lpstr">
      <vt:lpstr>Aptos</vt:lpstr>
      <vt:lpstr>Aptos Display</vt:lpstr>
      <vt:lpstr>Arial</vt:lpstr>
      <vt:lpstr>Office Theme</vt:lpstr>
      <vt:lpstr>Bearcat Game</vt:lpstr>
      <vt:lpstr>Team Name: 10x devs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Hayden Dennis</dc:creator>
  <cp:lastModifiedBy>Hayden Dennis</cp:lastModifiedBy>
  <cp:revision>2</cp:revision>
  <dcterms:created xsi:type="dcterms:W3CDTF">2025-11-20T01:14:15Z</dcterms:created>
  <dcterms:modified xsi:type="dcterms:W3CDTF">2025-11-20T01:20:19Z</dcterms:modified>
</cp:coreProperties>
</file>