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1" r:id="rId5"/>
    <p:sldId id="259" r:id="rId6"/>
    <p:sldId id="265" r:id="rId7"/>
    <p:sldId id="260" r:id="rId8"/>
    <p:sldId id="266" r:id="rId9"/>
    <p:sldId id="269" r:id="rId10"/>
    <p:sldId id="268" r:id="rId11"/>
    <p:sldId id="270" r:id="rId12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  <a:srgbClr val="020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571" autoAdjust="0"/>
  </p:normalViewPr>
  <p:slideViewPr>
    <p:cSldViewPr snapToGrid="0">
      <p:cViewPr varScale="1">
        <p:scale>
          <a:sx n="87" d="100"/>
          <a:sy n="87" d="100"/>
        </p:scale>
        <p:origin x="14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559F5-2DAC-4629-9D6E-D700034D2FAB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5E14C-0906-485E-9492-8D1923B67659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2509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my name is Hayden Dennis</a:t>
            </a:r>
          </a:p>
          <a:p>
            <a:r>
              <a:rPr lang="en-US" dirty="0"/>
              <a:t>Presenting project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50335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TrustedSec</a:t>
            </a:r>
            <a:r>
              <a:rPr lang="en-US" dirty="0"/>
              <a:t> – Security Consultant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2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93231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Goal was to make an LLM powered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Most existing games are </a:t>
            </a:r>
            <a:r>
              <a:rPr lang="en-US" dirty="0" err="1"/>
              <a:t>brainrot</a:t>
            </a:r>
            <a:r>
              <a:rPr lang="en-US" dirty="0"/>
              <a:t> (subway surfer, temple run </a:t>
            </a:r>
            <a:r>
              <a:rPr lang="en-US" dirty="0" err="1"/>
              <a:t>ect</a:t>
            </a:r>
            <a:r>
              <a:rPr lang="en-US" dirty="0"/>
              <a:t>.) and usually paid.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Decided multiplayer was the best way to make it fun because fun game mechanics are difficult and competition is inherently fun.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3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54204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Rectangles are machines</a:t>
            </a:r>
          </a:p>
          <a:p>
            <a:r>
              <a:rPr lang="en-US" dirty="0"/>
              <a:t>Circles are different application layer </a:t>
            </a:r>
            <a:r>
              <a:rPr lang="en-US" dirty="0" err="1"/>
              <a:t>commincation</a:t>
            </a:r>
            <a:r>
              <a:rPr lang="en-US" dirty="0"/>
              <a:t> protocols that are used for a live game</a:t>
            </a:r>
          </a:p>
          <a:p>
            <a:r>
              <a:rPr lang="en-US" dirty="0"/>
              <a:t>Arrows are labelled indicating the actions being taken.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6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72408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7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75107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Future: preventative auth rules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5586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need to add button and modal for LLM generation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10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368930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A2C4-84D2-CF58-19FB-5E0D98262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156F7-FCA7-9C68-B706-C85171370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150A6-9547-C3FA-F04D-6763DD97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3954E-7944-3ADF-3D56-9BF5E51D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402D2-60FF-526F-AABD-5B9384FF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845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D619-ADDA-EEF0-4371-E33BDEC0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5B354-48F9-B49C-E376-3F0AC9A40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6130F-F857-61DD-F3E8-8521083D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40045-31F1-A29F-CE74-6D48FBC9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03D1-EEC6-0B46-5123-D69AF7A44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479619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481E-9B89-FC17-FEB2-A4412B94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DFD27-AB9C-6265-8722-E7670471F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C339-19F4-5BD9-92C9-656AC7C6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56A58-4C00-C217-F742-41CE50DC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E7B34-FE9E-E1CB-6A39-5AEB5BBD8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16926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274A6-03E9-A20E-00AD-AEEE8605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6E827-23A6-4750-BE21-1CF5D73BF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A7FC1-A78A-55C9-CFAD-2B629A9A5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96DF3-57F6-2C20-6E74-48B44B36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8380D-E408-0712-1052-DE744C76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430BA-D190-141B-7037-66D8DCB7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0069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5829-FECD-38CF-BCD0-D0B2F832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62B58-E106-5ABE-93C6-4BEAC653F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D427C-81F4-B343-08B0-F2722C7EF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D97E74-9A1E-42C2-B668-F92B3CD09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F0B11F-308A-EA96-ED26-326F5C427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04007-9EC7-62B2-7247-699A0C16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51919-45B1-7AD7-1CB1-1D9C59F4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57C64-A13A-4083-B19F-524388DD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6513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EE65-F785-99D2-4FE8-A0E8E218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FD73EA-449E-5272-1D96-0E8B15D9D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F59CA-2BC0-F9EA-5324-C23E0820D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D5CCF-5D1A-4B81-6789-FA0CF64D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8868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032BE-9C43-1DE2-DCD4-D727FCAB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6A14D-8E45-F0F6-6F64-0E10CBFD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6E231-37AA-371A-852C-690FA490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4209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F868-4916-5478-95E7-4B09E507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9A7A9-C15E-613F-854F-35DA94BA5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43C5E-89B4-00AF-0892-5F2F152E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A26D8-FC28-31BE-74A6-64226547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1130B-653D-D963-5A79-380372DF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F6E02-2C14-5EBA-9F54-2DCC9E7EF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74048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C59B-692F-29AC-B1BC-2FDCFD1C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FEB6E-5055-880C-027E-6B163DF02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E0337-3111-A9F6-86A3-D39DADAE4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DB27C-90FC-910E-1879-9B8AEA1F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AD86C-705B-BF54-CEC5-AB42CC28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A705F-3309-8F08-3CD5-301104FFE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3021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0561A-426F-C4EC-A0E2-1889F4FE7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138C3-EA7B-E30F-9818-076050761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C8658-6BED-324F-71DD-29E523DD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79943-B237-D831-107A-8D4966A0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E32FD-A0C5-46AC-A31C-337EBDA7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2314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D5790-18E5-E444-2145-DE26CC87A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2E09C-048C-59BA-A02A-735020748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B86B3-2B9A-4BB6-72E8-9A236A49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1C5A1-F1AE-43B7-F067-57755894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57B74-2F32-EAC8-E4BC-4A19B27E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2050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41D435-B9DC-7FAB-78A5-8823EE761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7B152-88A7-6476-6BE4-1D2B3E5D3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E2A53-D9CB-1248-C714-CFCB3BB1F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45BF56-8465-4FFB-B48D-453AF47B0D77}" type="datetimeFigureOut">
              <a:rPr lang="en-001" smtClean="0"/>
              <a:t>17/02/2026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3791B-4DAC-0CBB-AE03-0832A8FEC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2DB68-8F91-3FC8-F9F8-0E4A583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1962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010E-09F0-A623-470A-7026E7D92A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Bearcat Game</a:t>
            </a:r>
            <a:endParaRPr lang="en-00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F13ED-2886-6195-B85E-445401425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Hayden Dennis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47052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731D-EA94-2982-0D27-0BA21373A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Name: 10x </a:t>
            </a:r>
            <a:r>
              <a:rPr lang="en-US" dirty="0" err="1"/>
              <a:t>dev</a:t>
            </a:r>
            <a:r>
              <a:rPr lang="en-US" strike="sngStrike" dirty="0" err="1"/>
              <a:t>s</a:t>
            </a:r>
            <a:endParaRPr lang="en-001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32ACC-8E1F-F366-3ECE-50B69CB57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Member(s):</a:t>
            </a:r>
          </a:p>
          <a:p>
            <a:r>
              <a:rPr lang="en-US" dirty="0"/>
              <a:t>Hayden Dennis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Industry Advisor: Austin Coontz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246605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B137-5EE5-7637-D76B-7EBEE875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6D2D6-3799-5B35-E433-66B4440A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Build a FOSS project to help students study materials effectively. The key points I focused on while designing and building were to make the game be fun and be able to use questions from </a:t>
            </a:r>
            <a:r>
              <a:rPr lang="en-US" dirty="0" err="1"/>
              <a:t>anki</a:t>
            </a:r>
            <a:r>
              <a:rPr lang="en-US" dirty="0"/>
              <a:t>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61184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5640-9818-FA26-9750-8C7AFFD9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Merits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EAD9-4E43-8A26-D6D6-B4B2AA333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structured decoding to produce the format to build an </a:t>
            </a:r>
            <a:r>
              <a:rPr lang="en-US" dirty="0" err="1"/>
              <a:t>anki</a:t>
            </a:r>
            <a:r>
              <a:rPr lang="en-US" dirty="0"/>
              <a:t> table</a:t>
            </a:r>
          </a:p>
          <a:p>
            <a:r>
              <a:rPr lang="en-US" dirty="0"/>
              <a:t>Implemented a hand rolled </a:t>
            </a:r>
            <a:r>
              <a:rPr lang="en-US" dirty="0" err="1"/>
              <a:t>anki</a:t>
            </a:r>
            <a:r>
              <a:rPr lang="en-US" dirty="0"/>
              <a:t> binary file generation based on the file specification</a:t>
            </a:r>
          </a:p>
          <a:p>
            <a:r>
              <a:rPr lang="en-US" dirty="0"/>
              <a:t>Rolled my own auth</a:t>
            </a:r>
          </a:p>
        </p:txBody>
      </p:sp>
    </p:spTree>
    <p:extLst>
      <p:ext uri="{BB962C8B-B14F-4D97-AF65-F5344CB8AC3E}">
        <p14:creationId xmlns:p14="http://schemas.microsoft.com/office/powerpoint/2010/main" val="2773514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6170-A5FE-9BF9-18AD-3EE32847C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Broader Impacts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1E7A9-5064-3F34-6566-E060FDFBC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has the potential to assist students in their learning . Additionally, this project can assist students in creating small study groups to cover material.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13586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E3DA2-DEBF-214D-9CA2-B350A01F4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9" r="19261"/>
          <a:stretch>
            <a:fillRect/>
          </a:stretch>
        </p:blipFill>
        <p:spPr>
          <a:xfrm>
            <a:off x="0" y="0"/>
            <a:ext cx="7138930" cy="6858000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83F1024-0394-EAB5-80A1-E7C2761B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9266" y="365125"/>
            <a:ext cx="3994533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Design</a:t>
            </a:r>
            <a:endParaRPr lang="en-001" dirty="0">
              <a:solidFill>
                <a:schemeClr val="bg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F90DCD-91FE-CD3E-0620-AF61960893F4}"/>
              </a:ext>
            </a:extLst>
          </p:cNvPr>
          <p:cNvSpPr txBox="1">
            <a:spLocks/>
          </p:cNvSpPr>
          <p:nvPr/>
        </p:nvSpPr>
        <p:spPr>
          <a:xfrm>
            <a:off x="7359266" y="1825625"/>
            <a:ext cx="39945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API:</a:t>
            </a:r>
          </a:p>
          <a:p>
            <a:r>
              <a:rPr lang="en-US" dirty="0">
                <a:solidFill>
                  <a:schemeClr val="bg1"/>
                </a:solidFill>
              </a:rPr>
              <a:t>Exposes API calls</a:t>
            </a:r>
          </a:p>
          <a:p>
            <a:r>
              <a:rPr lang="en-US" dirty="0">
                <a:solidFill>
                  <a:schemeClr val="bg1"/>
                </a:solidFill>
              </a:rPr>
              <a:t>Spawns and manages game servers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Frontend:</a:t>
            </a:r>
          </a:p>
          <a:p>
            <a:r>
              <a:rPr lang="en-US" dirty="0">
                <a:solidFill>
                  <a:schemeClr val="bg1"/>
                </a:solidFill>
              </a:rPr>
              <a:t>Fetches and embeds game client</a:t>
            </a:r>
          </a:p>
          <a:p>
            <a:r>
              <a:rPr lang="en-US" dirty="0">
                <a:solidFill>
                  <a:schemeClr val="bg1"/>
                </a:solidFill>
              </a:rPr>
              <a:t>UI for files/accounts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Game Server:</a:t>
            </a:r>
          </a:p>
          <a:p>
            <a:r>
              <a:rPr lang="en-US" dirty="0">
                <a:solidFill>
                  <a:schemeClr val="bg1"/>
                </a:solidFill>
              </a:rPr>
              <a:t>Core game server responsible for serving experience to player.</a:t>
            </a:r>
          </a:p>
        </p:txBody>
      </p:sp>
    </p:spTree>
    <p:extLst>
      <p:ext uri="{BB962C8B-B14F-4D97-AF65-F5344CB8AC3E}">
        <p14:creationId xmlns:p14="http://schemas.microsoft.com/office/powerpoint/2010/main" val="325473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E11C-3A25-439A-1772-A11C65B5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52CA9-4321-7B19-BDEF-711CB1E9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API:</a:t>
            </a:r>
          </a:p>
          <a:p>
            <a:r>
              <a:rPr lang="en-US" dirty="0" err="1"/>
              <a:t>FastAPI</a:t>
            </a:r>
            <a:r>
              <a:rPr lang="en-US" dirty="0"/>
              <a:t> – async python</a:t>
            </a:r>
          </a:p>
          <a:p>
            <a:r>
              <a:rPr lang="en-US" dirty="0" err="1"/>
              <a:t>SQLModel</a:t>
            </a:r>
            <a:r>
              <a:rPr lang="en-US" dirty="0"/>
              <a:t> - ORM</a:t>
            </a:r>
          </a:p>
          <a:p>
            <a:r>
              <a:rPr lang="en-US" dirty="0"/>
              <a:t>Sqlite3</a:t>
            </a:r>
          </a:p>
          <a:p>
            <a:pPr marL="0" indent="0">
              <a:buNone/>
            </a:pPr>
            <a:r>
              <a:rPr lang="en-US" dirty="0"/>
              <a:t>Frontend:</a:t>
            </a:r>
          </a:p>
          <a:p>
            <a:r>
              <a:rPr lang="en-US" dirty="0"/>
              <a:t>Dash - async python</a:t>
            </a:r>
          </a:p>
          <a:p>
            <a:pPr marL="0" indent="0">
              <a:buNone/>
            </a:pPr>
            <a:r>
              <a:rPr lang="en-US" dirty="0"/>
              <a:t>Testing</a:t>
            </a:r>
          </a:p>
          <a:p>
            <a:r>
              <a:rPr lang="en-US" dirty="0" err="1"/>
              <a:t>Pytest</a:t>
            </a:r>
            <a:endParaRPr lang="en-US" dirty="0"/>
          </a:p>
          <a:p>
            <a:r>
              <a:rPr lang="en-US" dirty="0"/>
              <a:t>syrupy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4B1E74-1377-E261-A705-ACDD285A8AE8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Game Server:</a:t>
            </a:r>
          </a:p>
          <a:p>
            <a:r>
              <a:rPr lang="en-US" dirty="0" err="1"/>
              <a:t>ThreeJS</a:t>
            </a:r>
            <a:r>
              <a:rPr lang="en-US" dirty="0"/>
              <a:t> typescript</a:t>
            </a:r>
          </a:p>
          <a:p>
            <a:pPr marL="0" indent="0">
              <a:buNone/>
            </a:pPr>
            <a:r>
              <a:rPr lang="en-US" dirty="0"/>
              <a:t>Integration:</a:t>
            </a:r>
          </a:p>
          <a:p>
            <a:r>
              <a:rPr lang="en-US" dirty="0"/>
              <a:t>Docker/</a:t>
            </a:r>
            <a:r>
              <a:rPr lang="en-US" dirty="0" err="1"/>
              <a:t>kubernetes</a:t>
            </a:r>
            <a:endParaRPr lang="en-US" dirty="0"/>
          </a:p>
          <a:p>
            <a:r>
              <a:rPr lang="en-US" dirty="0"/>
              <a:t>Helm</a:t>
            </a:r>
          </a:p>
          <a:p>
            <a:r>
              <a:rPr lang="en-US" dirty="0"/>
              <a:t>Nginx</a:t>
            </a:r>
          </a:p>
          <a:p>
            <a:r>
              <a:rPr lang="en-US" dirty="0" err="1"/>
              <a:t>Sglang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19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EAE8-BFA9-6D42-BB68-732E55F3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  <a:endParaRPr lang="en-00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C506D-CC35-2848-F380-A8CB6E213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615" y="0"/>
            <a:ext cx="8193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5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C4E8-06CD-4682-87E2-4A62F578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00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D77C09-A741-A9A2-C5E1-76C18A81B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1895" cy="6858000"/>
          </a:xfrm>
        </p:spPr>
      </p:pic>
    </p:spTree>
    <p:extLst>
      <p:ext uri="{BB962C8B-B14F-4D97-AF65-F5344CB8AC3E}">
        <p14:creationId xmlns:p14="http://schemas.microsoft.com/office/powerpoint/2010/main" val="3107085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5B8B6-206B-7D3C-4ABE-6A0B95A7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00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5AECDB-ABFC-D5F9-5E1F-8FC9C8281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6770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2E2342-529B-A456-EE2B-0087C69B1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76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296</Words>
  <Application>Microsoft Office PowerPoint</Application>
  <PresentationFormat>Widescreen</PresentationFormat>
  <Paragraphs>62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Bearcat Game</vt:lpstr>
      <vt:lpstr>Team Name: 10x devs</vt:lpstr>
      <vt:lpstr>Goals</vt:lpstr>
      <vt:lpstr>Merits</vt:lpstr>
      <vt:lpstr>Broader Impacts</vt:lpstr>
      <vt:lpstr>Design</vt:lpstr>
      <vt:lpstr>Technologies</vt:lpstr>
      <vt:lpstr>Results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Hayden Dennis</dc:creator>
  <cp:lastModifiedBy>Hayden Dennis</cp:lastModifiedBy>
  <cp:revision>28</cp:revision>
  <dcterms:created xsi:type="dcterms:W3CDTF">2025-11-20T01:14:15Z</dcterms:created>
  <dcterms:modified xsi:type="dcterms:W3CDTF">2026-02-18T02:59:38Z</dcterms:modified>
</cp:coreProperties>
</file>